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_slide1"/>
    <p:sldId id="257" r:id="rId_slide2"/>
    <p:sldId id="258" r:id="rId_slide3"/>
    <p:sldId id="259" r:id="rId_slide4"/>
    <p:sldId id="260" r:id="rId_slide5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_slide1" Type="http://schemas.openxmlformats.org/officeDocument/2006/relationships/slide" Target="slides/slide1.xml"/><Relationship Id="rId_slide2" Type="http://schemas.openxmlformats.org/officeDocument/2006/relationships/slide" Target="slides/slide2.xml"/><Relationship Id="rId_slide3" Type="http://schemas.openxmlformats.org/officeDocument/2006/relationships/slide" Target="slides/slide3.xml"/><Relationship Id="rId_slide4" Type="http://schemas.openxmlformats.org/officeDocument/2006/relationships/slide" Target="slides/slide4.xml"/><Relationship Id="rId_slide5" Type="http://schemas.openxmlformats.org/officeDocument/2006/relationships/slide" Target="slides/slide5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652463" y="1966912"/>
            <a:ext cx="4814888" cy="199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9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 BRAND-FRAME TEST</a:t>
            </a:r>
            <a:endParaRPr lang="en-US" sz="1944" dirty="0"/>
          </a:p>
        </p:txBody>
      </p:sp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14950" y="-214312"/>
            <a:ext cx="3948112" cy="462915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29463" y="0"/>
            <a:ext cx="1181100" cy="3000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290513" y="4429125"/>
            <a:ext cx="2224088" cy="431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900" b="0" i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CONTENTS</a:t>
            </a:r>
            <a:endParaRPr lang="en-US" sz="1944" dirty="0"/>
          </a:p>
        </p:txBody>
      </p:sp>
      <p:sp>
        <p:nvSpPr>
          <p:cNvPr id="4" name="Object3"/>
          <p:cNvSpPr/>
          <p:nvPr/>
        </p:nvSpPr>
        <p:spPr>
          <a:xfrm rot="0">
            <a:off x="2047875" y="4586288"/>
            <a:ext cx="7096125" cy="476"/>
          </a:xfrm>
          <a:prstGeom prst="line">
            <a:avLst/>
          </a:prstGeom>
          <a:noFill/>
          <a:ln w="12700">
            <a:solidFill>
              <a:srgbClr val="DA2128"/>
            </a:solidFill>
            <a:prstDash val="solid"/>
            <a:headEnd type="none"/>
            <a:tailEnd type="none"/>
          </a:ln>
        </p:spPr>
      </p:sp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6763" y="4476750"/>
            <a:ext cx="207197" cy="207197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96138" y="3700463"/>
            <a:ext cx="1181100" cy="300038"/>
          </a:xfrm>
          <a:prstGeom prst="rect">
            <a:avLst/>
          </a:prstGeom>
        </p:spPr>
      </p:pic>
      <p:sp>
        <p:nvSpPr>
          <p:cNvPr id="7" name="Object6"/>
          <p:cNvSpPr/>
          <p:nvPr/>
        </p:nvSpPr>
        <p:spPr>
          <a:xfrm>
            <a:off x="1047750" y="709613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68" dirty="0"/>
          </a:p>
        </p:txBody>
      </p:sp>
      <p:sp>
        <p:nvSpPr>
          <p:cNvPr id="8" name="Object7"/>
          <p:cNvSpPr/>
          <p:nvPr/>
        </p:nvSpPr>
        <p:spPr>
          <a:xfrm>
            <a:off x="4043363" y="714375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68" dirty="0"/>
          </a:p>
        </p:txBody>
      </p:sp>
      <p:sp>
        <p:nvSpPr>
          <p:cNvPr id="9" name="Object8"/>
          <p:cNvSpPr/>
          <p:nvPr/>
        </p:nvSpPr>
        <p:spPr>
          <a:xfrm>
            <a:off x="1995487" y="852488"/>
            <a:ext cx="150495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810" dirty="0"/>
          </a:p>
        </p:txBody>
      </p:sp>
      <p:sp>
        <p:nvSpPr>
          <p:cNvPr id="10" name="Object9"/>
          <p:cNvSpPr/>
          <p:nvPr/>
        </p:nvSpPr>
        <p:spPr>
          <a:xfrm>
            <a:off x="5053013" y="852488"/>
            <a:ext cx="135255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810" dirty="0"/>
          </a:p>
        </p:txBody>
      </p:sp>
      <p:sp>
        <p:nvSpPr>
          <p:cNvPr id="11" name="Object10"/>
          <p:cNvSpPr/>
          <p:nvPr/>
        </p:nvSpPr>
        <p:spPr>
          <a:xfrm rot="-5400000">
            <a:off x="1914525" y="709613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2" name="Object11"/>
          <p:cNvSpPr/>
          <p:nvPr/>
        </p:nvSpPr>
        <p:spPr>
          <a:xfrm rot="-5400000">
            <a:off x="4972050" y="714375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3" name="Object12"/>
          <p:cNvSpPr/>
          <p:nvPr/>
        </p:nvSpPr>
        <p:spPr>
          <a:xfrm>
            <a:off x="1047750" y="1328738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68" dirty="0"/>
          </a:p>
        </p:txBody>
      </p:sp>
      <p:sp>
        <p:nvSpPr>
          <p:cNvPr id="14" name="Object13"/>
          <p:cNvSpPr/>
          <p:nvPr/>
        </p:nvSpPr>
        <p:spPr>
          <a:xfrm>
            <a:off x="4043363" y="1333500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68" dirty="0"/>
          </a:p>
        </p:txBody>
      </p:sp>
      <p:sp>
        <p:nvSpPr>
          <p:cNvPr id="15" name="Object14"/>
          <p:cNvSpPr/>
          <p:nvPr/>
        </p:nvSpPr>
        <p:spPr>
          <a:xfrm>
            <a:off x="1995487" y="1471613"/>
            <a:ext cx="2138363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ANALYSIS</a:t>
            </a:r>
            <a:endParaRPr lang="en-US" sz="810" dirty="0"/>
          </a:p>
        </p:txBody>
      </p:sp>
      <p:sp>
        <p:nvSpPr>
          <p:cNvPr id="16" name="Object15"/>
          <p:cNvSpPr/>
          <p:nvPr/>
        </p:nvSpPr>
        <p:spPr>
          <a:xfrm>
            <a:off x="5053013" y="1471613"/>
            <a:ext cx="179070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810" dirty="0"/>
          </a:p>
        </p:txBody>
      </p:sp>
      <p:sp>
        <p:nvSpPr>
          <p:cNvPr id="17" name="Object16"/>
          <p:cNvSpPr/>
          <p:nvPr/>
        </p:nvSpPr>
        <p:spPr>
          <a:xfrm rot="-5400000">
            <a:off x="1914525" y="1328738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8" name="Object17"/>
          <p:cNvSpPr/>
          <p:nvPr/>
        </p:nvSpPr>
        <p:spPr>
          <a:xfrm rot="-5400000">
            <a:off x="4972050" y="1333500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9" name="Object18"/>
          <p:cNvSpPr/>
          <p:nvPr/>
        </p:nvSpPr>
        <p:spPr>
          <a:xfrm>
            <a:off x="1047750" y="1938337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68" dirty="0"/>
          </a:p>
        </p:txBody>
      </p:sp>
      <p:sp>
        <p:nvSpPr>
          <p:cNvPr id="20" name="Object19"/>
          <p:cNvSpPr/>
          <p:nvPr/>
        </p:nvSpPr>
        <p:spPr>
          <a:xfrm>
            <a:off x="4043363" y="1943100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268" dirty="0"/>
          </a:p>
        </p:txBody>
      </p:sp>
      <p:sp>
        <p:nvSpPr>
          <p:cNvPr id="21" name="Object20"/>
          <p:cNvSpPr/>
          <p:nvPr/>
        </p:nvSpPr>
        <p:spPr>
          <a:xfrm>
            <a:off x="1995487" y="2081212"/>
            <a:ext cx="1800225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810" dirty="0"/>
          </a:p>
        </p:txBody>
      </p:sp>
      <p:sp>
        <p:nvSpPr>
          <p:cNvPr id="22" name="Object21"/>
          <p:cNvSpPr/>
          <p:nvPr/>
        </p:nvSpPr>
        <p:spPr>
          <a:xfrm>
            <a:off x="5053013" y="2081212"/>
            <a:ext cx="116205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810" dirty="0"/>
          </a:p>
        </p:txBody>
      </p:sp>
      <p:sp>
        <p:nvSpPr>
          <p:cNvPr id="23" name="Object22"/>
          <p:cNvSpPr/>
          <p:nvPr/>
        </p:nvSpPr>
        <p:spPr>
          <a:xfrm rot="-5400000">
            <a:off x="1914525" y="1938337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24" name="Object23"/>
          <p:cNvSpPr/>
          <p:nvPr/>
        </p:nvSpPr>
        <p:spPr>
          <a:xfrm rot="-5400000">
            <a:off x="4972050" y="1943100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25" name="Object24"/>
          <p:cNvSpPr/>
          <p:nvPr/>
        </p:nvSpPr>
        <p:spPr>
          <a:xfrm>
            <a:off x="1047750" y="2557463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68" dirty="0"/>
          </a:p>
        </p:txBody>
      </p:sp>
      <p:sp>
        <p:nvSpPr>
          <p:cNvPr id="26" name="Object25"/>
          <p:cNvSpPr/>
          <p:nvPr/>
        </p:nvSpPr>
        <p:spPr>
          <a:xfrm>
            <a:off x="4043363" y="2562225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268" dirty="0"/>
          </a:p>
        </p:txBody>
      </p:sp>
      <p:sp>
        <p:nvSpPr>
          <p:cNvPr id="27" name="Object26"/>
          <p:cNvSpPr/>
          <p:nvPr/>
        </p:nvSpPr>
        <p:spPr>
          <a:xfrm>
            <a:off x="1995487" y="2700338"/>
            <a:ext cx="1062038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810" dirty="0"/>
          </a:p>
        </p:txBody>
      </p:sp>
      <p:sp>
        <p:nvSpPr>
          <p:cNvPr id="28" name="Object27"/>
          <p:cNvSpPr/>
          <p:nvPr/>
        </p:nvSpPr>
        <p:spPr>
          <a:xfrm>
            <a:off x="5053013" y="2700338"/>
            <a:ext cx="1190625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810" dirty="0"/>
          </a:p>
        </p:txBody>
      </p:sp>
      <p:sp>
        <p:nvSpPr>
          <p:cNvPr id="29" name="Object28"/>
          <p:cNvSpPr/>
          <p:nvPr/>
        </p:nvSpPr>
        <p:spPr>
          <a:xfrm rot="-5400000">
            <a:off x="1914525" y="2557462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30" name="Object29"/>
          <p:cNvSpPr/>
          <p:nvPr/>
        </p:nvSpPr>
        <p:spPr>
          <a:xfrm rot="-5400000">
            <a:off x="4972050" y="2562225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31" name="Object30"/>
          <p:cNvSpPr/>
          <p:nvPr/>
        </p:nvSpPr>
        <p:spPr>
          <a:xfrm>
            <a:off x="1995487" y="104775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3</a:t>
            </a:r>
            <a:endParaRPr lang="en-US" sz="648" dirty="0"/>
          </a:p>
        </p:txBody>
      </p:sp>
      <p:sp>
        <p:nvSpPr>
          <p:cNvPr id="32" name="Object31"/>
          <p:cNvSpPr/>
          <p:nvPr/>
        </p:nvSpPr>
        <p:spPr>
          <a:xfrm>
            <a:off x="1995487" y="16668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4</a:t>
            </a:r>
            <a:endParaRPr lang="en-US" sz="648" dirty="0"/>
          </a:p>
        </p:txBody>
      </p:sp>
      <p:sp>
        <p:nvSpPr>
          <p:cNvPr id="33" name="Object32"/>
          <p:cNvSpPr/>
          <p:nvPr/>
        </p:nvSpPr>
        <p:spPr>
          <a:xfrm>
            <a:off x="1995487" y="22764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648" dirty="0"/>
          </a:p>
        </p:txBody>
      </p:sp>
      <p:sp>
        <p:nvSpPr>
          <p:cNvPr id="34" name="Object33"/>
          <p:cNvSpPr/>
          <p:nvPr/>
        </p:nvSpPr>
        <p:spPr>
          <a:xfrm>
            <a:off x="1995487" y="289560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648" dirty="0"/>
          </a:p>
        </p:txBody>
      </p:sp>
      <p:sp>
        <p:nvSpPr>
          <p:cNvPr id="35" name="Object34"/>
          <p:cNvSpPr/>
          <p:nvPr/>
        </p:nvSpPr>
        <p:spPr>
          <a:xfrm>
            <a:off x="5057775" y="104775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648" dirty="0"/>
          </a:p>
        </p:txBody>
      </p:sp>
      <p:sp>
        <p:nvSpPr>
          <p:cNvPr id="36" name="Object35"/>
          <p:cNvSpPr/>
          <p:nvPr/>
        </p:nvSpPr>
        <p:spPr>
          <a:xfrm>
            <a:off x="5057775" y="16668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648" dirty="0"/>
          </a:p>
        </p:txBody>
      </p:sp>
      <p:sp>
        <p:nvSpPr>
          <p:cNvPr id="37" name="Object36"/>
          <p:cNvSpPr/>
          <p:nvPr/>
        </p:nvSpPr>
        <p:spPr>
          <a:xfrm>
            <a:off x="5057775" y="22764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648" dirty="0"/>
          </a:p>
        </p:txBody>
      </p:sp>
      <p:sp>
        <p:nvSpPr>
          <p:cNvPr id="38" name="Object37"/>
          <p:cNvSpPr/>
          <p:nvPr/>
        </p:nvSpPr>
        <p:spPr>
          <a:xfrm>
            <a:off x="5057775" y="289560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64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2"/>
          <p:cNvSpPr/>
          <p:nvPr/>
        </p:nvSpPr>
        <p:spPr>
          <a:xfrm rot="-5400000">
            <a:off x="8586788" y="0"/>
            <a:ext cx="5143500" cy="476"/>
          </a:xfrm>
          <a:prstGeom prst="line">
            <a:avLst/>
          </a:prstGeom>
          <a:noFill/>
          <a:ln w="12700">
            <a:solidFill>
              <a:srgbClr val="DA2128"/>
            </a:solidFill>
            <a:prstDash val="solid"/>
            <a:headEnd type="none"/>
            <a:tailEnd type="none"/>
          </a:ln>
        </p:spPr>
      </p:sp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86775" y="4476750"/>
            <a:ext cx="207197" cy="207197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43963" y="1981200"/>
            <a:ext cx="300038" cy="1181100"/>
          </a:xfrm>
          <a:prstGeom prst="rect">
            <a:avLst/>
          </a:prstGeom>
        </p:spPr>
      </p:pic>
      <p:pic>
        <p:nvPicPr>
          <p:cNvPr id="16" name="Object 15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0" y="0"/>
            <a:ext cx="9144000" cy="538163"/>
          </a:xfrm>
          <a:prstGeom prst="rect">
            <a:avLst/>
          </a:prstGeom>
        </p:spPr>
      </p:pic>
      <p:pic>
        <p:nvPicPr>
          <p:cNvPr id="17" name="Object 16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945538" y="106626"/>
            <a:ext cx="925136" cy="300534"/>
          </a:xfrm>
          <a:prstGeom prst="rect">
            <a:avLst/>
          </a:prstGeom>
        </p:spPr>
      </p:pic>
      <p:sp>
        <p:nvSpPr>
          <p:cNvPr id="18" name="Object17"/>
          <p:cNvSpPr/>
          <p:nvPr/>
        </p:nvSpPr>
        <p:spPr>
          <a:xfrm>
            <a:off x="519113" y="864394"/>
            <a:ext cx="3695700" cy="3155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1300" b="0" i="0" dirty="0">
                <a:solidFill>
                  <a:srgbClr val="3B3B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1296" dirty="0"/>
          </a:p>
        </p:txBody>
      </p:sp>
      <p:sp>
        <p:nvSpPr>
          <p:cNvPr id="19" name="Object18"/>
          <p:cNvSpPr/>
          <p:nvPr/>
        </p:nvSpPr>
        <p:spPr>
          <a:xfrm>
            <a:off x="519113" y="233362"/>
            <a:ext cx="7110413" cy="4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0" name="Object19"/>
          <p:cNvSpPr/>
          <p:nvPr/>
        </p:nvSpPr>
        <p:spPr>
          <a:xfrm>
            <a:off x="510890" y="190500"/>
            <a:ext cx="85725" cy="85725"/>
          </a:xfrm>
          <a:prstGeom prst="ellipse">
            <a:avLst/>
          </a:prstGeom>
          <a:solidFill>
            <a:srgbClr val="EDEDED"/>
          </a:solidFill>
          <a:ln/>
        </p:spPr>
      </p:sp>
      <p:sp>
        <p:nvSpPr>
          <p:cNvPr id="21" name="Object20"/>
          <p:cNvSpPr/>
          <p:nvPr/>
        </p:nvSpPr>
        <p:spPr>
          <a:xfrm>
            <a:off x="229902" y="323850"/>
            <a:ext cx="800100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389" dirty="0"/>
          </a:p>
        </p:txBody>
      </p:sp>
      <p:sp>
        <p:nvSpPr>
          <p:cNvPr id="22" name="Object21"/>
          <p:cNvSpPr/>
          <p:nvPr/>
        </p:nvSpPr>
        <p:spPr>
          <a:xfrm>
            <a:off x="1164357" y="323850"/>
            <a:ext cx="74771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ANALYSIS</a:t>
            </a:r>
            <a:endParaRPr lang="en-US" sz="389" dirty="0"/>
          </a:p>
        </p:txBody>
      </p:sp>
      <p:sp>
        <p:nvSpPr>
          <p:cNvPr id="23" name="Object22"/>
          <p:cNvSpPr/>
          <p:nvPr/>
        </p:nvSpPr>
        <p:spPr>
          <a:xfrm>
            <a:off x="2041699" y="323850"/>
            <a:ext cx="78581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24" name="Object23"/>
          <p:cNvSpPr/>
          <p:nvPr/>
        </p:nvSpPr>
        <p:spPr>
          <a:xfrm>
            <a:off x="3023592" y="323850"/>
            <a:ext cx="590550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25" name="Object24"/>
          <p:cNvSpPr/>
          <p:nvPr/>
        </p:nvSpPr>
        <p:spPr>
          <a:xfrm>
            <a:off x="3848360" y="323850"/>
            <a:ext cx="72866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pic>
        <p:nvPicPr>
          <p:cNvPr id="26" name="Object 25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406240" y="190500"/>
            <a:ext cx="5457825" cy="85725"/>
          </a:xfrm>
          <a:prstGeom prst="rect">
            <a:avLst/>
          </a:prstGeom>
        </p:spPr>
      </p:pic>
      <p:sp>
        <p:nvSpPr>
          <p:cNvPr id="27" name="Object26"/>
          <p:cNvSpPr/>
          <p:nvPr/>
        </p:nvSpPr>
        <p:spPr>
          <a:xfrm>
            <a:off x="4724400" y="323850"/>
            <a:ext cx="757238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28" name="Object27"/>
          <p:cNvSpPr/>
          <p:nvPr/>
        </p:nvSpPr>
        <p:spPr>
          <a:xfrm>
            <a:off x="5691188" y="323850"/>
            <a:ext cx="63341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29" name="Object28"/>
          <p:cNvSpPr/>
          <p:nvPr/>
        </p:nvSpPr>
        <p:spPr>
          <a:xfrm>
            <a:off x="6577013" y="323850"/>
            <a:ext cx="647700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30" name="Object29"/>
          <p:cNvSpPr/>
          <p:nvPr/>
        </p:nvSpPr>
        <p:spPr>
          <a:xfrm>
            <a:off x="8743950" y="4814888"/>
            <a:ext cx="261937" cy="186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000000"/>
                </a:solidFill>
                <a:latin typeface="Montserrat Alternates" pitchFamily="34" charset="0"/>
                <a:ea typeface="Montserrat Alternates" pitchFamily="34" charset="-122"/>
                <a:cs typeface="Montserrat Alternates" pitchFamily="34" charset="-120"/>
              </a:rPr>
              <a:t>3</a:t>
            </a:r>
            <a:endParaRPr lang="en-US" sz="778" dirty="0"/>
          </a:p>
        </p:txBody>
      </p:sp>
      <p:sp>
        <p:nvSpPr>
          <p:cNvPr id="31" name="TextBox 30"/>
          <p:cNvSpPr txBox="1"/>
          <p:nvPr/>
        </p:nvSpPr>
        <p:spPr>
          <a:xfrm>
            <a:off x="521207" y="123444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B3B3B"/>
                </a:solidFill>
                <a:latin typeface="Montserrat"/>
              </a:rPr>
              <a:t>KEY PERFORMANCE INDICATORS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7" y="1783080"/>
            <a:ext cx="246888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7" y="2057400"/>
            <a:ext cx="2103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93B"/>
                </a:solidFill>
                <a:latin typeface="Montserrat"/>
              </a:rPr>
              <a:t>₮15.2B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" y="2926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0ACBD"/>
                </a:solidFill>
                <a:latin typeface="Montserrat"/>
              </a:rPr>
              <a:t>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" y="33375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8102E"/>
                </a:solidFill>
                <a:latin typeface="Montserrat"/>
              </a:rPr>
              <a:t>+18% YoY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72967" y="1783080"/>
            <a:ext cx="246888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55847" y="2057400"/>
            <a:ext cx="2103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93B"/>
                </a:solidFill>
                <a:latin typeface="Montserrat"/>
              </a:rPr>
              <a:t>23%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5847" y="2926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0ACBD"/>
                </a:solidFill>
                <a:latin typeface="Montserrat"/>
              </a:rPr>
              <a:t>MARKET SHARE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5847" y="33375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8102E"/>
                </a:solidFill>
                <a:latin typeface="Montserrat"/>
              </a:rPr>
              <a:t>+2.1pp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24727" y="1783080"/>
            <a:ext cx="246888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07607" y="2057400"/>
            <a:ext cx="2103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293B"/>
                </a:solidFill>
                <a:latin typeface="Montserrat"/>
              </a:rPr>
              <a:t>98.5%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07607" y="2926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0ACBD"/>
                </a:solidFill>
                <a:latin typeface="Montserrat"/>
              </a:rPr>
              <a:t>OCCUPANCY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07607" y="33375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Montserrat"/>
              </a:rPr>
              <a:t>-0.3pp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2"/>
          <p:cNvSpPr/>
          <p:nvPr/>
        </p:nvSpPr>
        <p:spPr>
          <a:xfrm rot="-5400000">
            <a:off x="8586788" y="0"/>
            <a:ext cx="5143500" cy="476"/>
          </a:xfrm>
          <a:prstGeom prst="line">
            <a:avLst/>
          </a:prstGeom>
          <a:noFill/>
          <a:ln w="12700">
            <a:solidFill>
              <a:srgbClr val="DA2128"/>
            </a:solidFill>
            <a:prstDash val="solid"/>
            <a:headEnd type="none"/>
            <a:tailEnd type="none"/>
          </a:ln>
        </p:spPr>
      </p:sp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86775" y="4476750"/>
            <a:ext cx="207197" cy="207197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43963" y="1981200"/>
            <a:ext cx="300038" cy="1181100"/>
          </a:xfrm>
          <a:prstGeom prst="rect">
            <a:avLst/>
          </a:prstGeom>
        </p:spPr>
      </p:pic>
      <p:pic>
        <p:nvPicPr>
          <p:cNvPr id="16" name="Object 15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0" y="0"/>
            <a:ext cx="9144000" cy="538163"/>
          </a:xfrm>
          <a:prstGeom prst="rect">
            <a:avLst/>
          </a:prstGeom>
        </p:spPr>
      </p:pic>
      <p:pic>
        <p:nvPicPr>
          <p:cNvPr id="17" name="Object 16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945538" y="106626"/>
            <a:ext cx="925136" cy="300534"/>
          </a:xfrm>
          <a:prstGeom prst="rect">
            <a:avLst/>
          </a:prstGeom>
        </p:spPr>
      </p:pic>
      <p:sp>
        <p:nvSpPr>
          <p:cNvPr id="18" name="Object17"/>
          <p:cNvSpPr/>
          <p:nvPr/>
        </p:nvSpPr>
        <p:spPr>
          <a:xfrm>
            <a:off x="519113" y="864394"/>
            <a:ext cx="3695700" cy="3155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1300" b="0" i="0" dirty="0">
                <a:solidFill>
                  <a:srgbClr val="3B3B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ANALYSIS</a:t>
            </a:r>
            <a:endParaRPr lang="en-US" sz="1296" dirty="0"/>
          </a:p>
        </p:txBody>
      </p:sp>
      <p:sp>
        <p:nvSpPr>
          <p:cNvPr id="19" name="Object18"/>
          <p:cNvSpPr/>
          <p:nvPr/>
        </p:nvSpPr>
        <p:spPr>
          <a:xfrm>
            <a:off x="519113" y="233362"/>
            <a:ext cx="7110413" cy="4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0" name="Object19"/>
          <p:cNvSpPr/>
          <p:nvPr/>
        </p:nvSpPr>
        <p:spPr>
          <a:xfrm>
            <a:off x="510890" y="190500"/>
            <a:ext cx="85725" cy="85725"/>
          </a:xfrm>
          <a:prstGeom prst="ellipse">
            <a:avLst/>
          </a:prstGeom>
          <a:solidFill>
            <a:srgbClr val="EDEDED"/>
          </a:solidFill>
          <a:ln/>
        </p:spPr>
      </p:sp>
      <p:sp>
        <p:nvSpPr>
          <p:cNvPr id="21" name="Object20"/>
          <p:cNvSpPr/>
          <p:nvPr/>
        </p:nvSpPr>
        <p:spPr>
          <a:xfrm>
            <a:off x="229902" y="323850"/>
            <a:ext cx="800100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389" dirty="0"/>
          </a:p>
        </p:txBody>
      </p:sp>
      <p:sp>
        <p:nvSpPr>
          <p:cNvPr id="22" name="Object21"/>
          <p:cNvSpPr/>
          <p:nvPr/>
        </p:nvSpPr>
        <p:spPr>
          <a:xfrm>
            <a:off x="1164357" y="323850"/>
            <a:ext cx="74771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ANALYSIS</a:t>
            </a:r>
            <a:endParaRPr lang="en-US" sz="389" dirty="0"/>
          </a:p>
        </p:txBody>
      </p:sp>
      <p:sp>
        <p:nvSpPr>
          <p:cNvPr id="23" name="Object22"/>
          <p:cNvSpPr/>
          <p:nvPr/>
        </p:nvSpPr>
        <p:spPr>
          <a:xfrm>
            <a:off x="2041699" y="323850"/>
            <a:ext cx="78581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24" name="Object23"/>
          <p:cNvSpPr/>
          <p:nvPr/>
        </p:nvSpPr>
        <p:spPr>
          <a:xfrm>
            <a:off x="3023592" y="323850"/>
            <a:ext cx="590550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25" name="Object24"/>
          <p:cNvSpPr/>
          <p:nvPr/>
        </p:nvSpPr>
        <p:spPr>
          <a:xfrm>
            <a:off x="3848360" y="323850"/>
            <a:ext cx="72866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pic>
        <p:nvPicPr>
          <p:cNvPr id="26" name="Object 25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406240" y="190500"/>
            <a:ext cx="5457825" cy="85725"/>
          </a:xfrm>
          <a:prstGeom prst="rect">
            <a:avLst/>
          </a:prstGeom>
        </p:spPr>
      </p:pic>
      <p:sp>
        <p:nvSpPr>
          <p:cNvPr id="27" name="Object26"/>
          <p:cNvSpPr/>
          <p:nvPr/>
        </p:nvSpPr>
        <p:spPr>
          <a:xfrm>
            <a:off x="4724400" y="323850"/>
            <a:ext cx="757238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28" name="Object27"/>
          <p:cNvSpPr/>
          <p:nvPr/>
        </p:nvSpPr>
        <p:spPr>
          <a:xfrm>
            <a:off x="5691188" y="323850"/>
            <a:ext cx="63341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29" name="Object28"/>
          <p:cNvSpPr/>
          <p:nvPr/>
        </p:nvSpPr>
        <p:spPr>
          <a:xfrm>
            <a:off x="6577013" y="323850"/>
            <a:ext cx="647700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389" dirty="0"/>
          </a:p>
        </p:txBody>
      </p:sp>
      <p:sp>
        <p:nvSpPr>
          <p:cNvPr id="30" name="Object29"/>
          <p:cNvSpPr/>
          <p:nvPr/>
        </p:nvSpPr>
        <p:spPr>
          <a:xfrm>
            <a:off x="8743950" y="4814888"/>
            <a:ext cx="261937" cy="186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000000"/>
                </a:solidFill>
                <a:latin typeface="Montserrat Alternates" pitchFamily="34" charset="0"/>
                <a:ea typeface="Montserrat Alternates" pitchFamily="34" charset="-122"/>
                <a:cs typeface="Montserrat Alternates" pitchFamily="34" charset="-120"/>
              </a:rPr>
              <a:t>4</a:t>
            </a:r>
            <a:endParaRPr lang="en-US" sz="77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290513" y="4429125"/>
            <a:ext cx="2224088" cy="431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900" b="0" i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CONTENTS</a:t>
            </a:r>
            <a:endParaRPr lang="en-US" sz="1944" dirty="0"/>
          </a:p>
        </p:txBody>
      </p:sp>
      <p:sp>
        <p:nvSpPr>
          <p:cNvPr id="4" name="Object3"/>
          <p:cNvSpPr/>
          <p:nvPr/>
        </p:nvSpPr>
        <p:spPr>
          <a:xfrm rot="0">
            <a:off x="2047875" y="4586288"/>
            <a:ext cx="7096125" cy="476"/>
          </a:xfrm>
          <a:prstGeom prst="line">
            <a:avLst/>
          </a:prstGeom>
          <a:noFill/>
          <a:ln w="12700">
            <a:solidFill>
              <a:srgbClr val="DA2128"/>
            </a:solidFill>
            <a:prstDash val="solid"/>
            <a:headEnd type="none"/>
            <a:tailEnd type="none"/>
          </a:ln>
        </p:spPr>
      </p:sp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6763" y="4476750"/>
            <a:ext cx="207197" cy="207197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96138" y="3700463"/>
            <a:ext cx="1181100" cy="300038"/>
          </a:xfrm>
          <a:prstGeom prst="rect">
            <a:avLst/>
          </a:prstGeom>
        </p:spPr>
      </p:pic>
      <p:sp>
        <p:nvSpPr>
          <p:cNvPr id="7" name="Object6"/>
          <p:cNvSpPr/>
          <p:nvPr/>
        </p:nvSpPr>
        <p:spPr>
          <a:xfrm>
            <a:off x="1047750" y="709613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68" dirty="0"/>
          </a:p>
        </p:txBody>
      </p:sp>
      <p:sp>
        <p:nvSpPr>
          <p:cNvPr id="8" name="Object7"/>
          <p:cNvSpPr/>
          <p:nvPr/>
        </p:nvSpPr>
        <p:spPr>
          <a:xfrm>
            <a:off x="4043363" y="714375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68" dirty="0"/>
          </a:p>
        </p:txBody>
      </p:sp>
      <p:sp>
        <p:nvSpPr>
          <p:cNvPr id="9" name="Object8"/>
          <p:cNvSpPr/>
          <p:nvPr/>
        </p:nvSpPr>
        <p:spPr>
          <a:xfrm>
            <a:off x="1995487" y="852488"/>
            <a:ext cx="150495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810" dirty="0"/>
          </a:p>
        </p:txBody>
      </p:sp>
      <p:sp>
        <p:nvSpPr>
          <p:cNvPr id="10" name="Object9"/>
          <p:cNvSpPr/>
          <p:nvPr/>
        </p:nvSpPr>
        <p:spPr>
          <a:xfrm>
            <a:off x="5053013" y="852488"/>
            <a:ext cx="135255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MAJOR PROGRAMS</a:t>
            </a:r>
            <a:endParaRPr lang="en-US" sz="810" dirty="0"/>
          </a:p>
        </p:txBody>
      </p:sp>
      <p:sp>
        <p:nvSpPr>
          <p:cNvPr id="11" name="Object10"/>
          <p:cNvSpPr/>
          <p:nvPr/>
        </p:nvSpPr>
        <p:spPr>
          <a:xfrm rot="-5400000">
            <a:off x="1914525" y="709613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2" name="Object11"/>
          <p:cNvSpPr/>
          <p:nvPr/>
        </p:nvSpPr>
        <p:spPr>
          <a:xfrm rot="-5400000">
            <a:off x="4972050" y="714375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3" name="Object12"/>
          <p:cNvSpPr/>
          <p:nvPr/>
        </p:nvSpPr>
        <p:spPr>
          <a:xfrm>
            <a:off x="1047750" y="1328738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68" dirty="0"/>
          </a:p>
        </p:txBody>
      </p:sp>
      <p:sp>
        <p:nvSpPr>
          <p:cNvPr id="14" name="Object13"/>
          <p:cNvSpPr/>
          <p:nvPr/>
        </p:nvSpPr>
        <p:spPr>
          <a:xfrm>
            <a:off x="4043363" y="1333500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68" dirty="0"/>
          </a:p>
        </p:txBody>
      </p:sp>
      <p:sp>
        <p:nvSpPr>
          <p:cNvPr id="15" name="Object14"/>
          <p:cNvSpPr/>
          <p:nvPr/>
        </p:nvSpPr>
        <p:spPr>
          <a:xfrm>
            <a:off x="1995487" y="1471613"/>
            <a:ext cx="2138363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 &amp; INDUSTRY CONDITION</a:t>
            </a:r>
            <a:endParaRPr lang="en-US" sz="810" dirty="0"/>
          </a:p>
        </p:txBody>
      </p:sp>
      <p:sp>
        <p:nvSpPr>
          <p:cNvPr id="16" name="Object15"/>
          <p:cNvSpPr/>
          <p:nvPr/>
        </p:nvSpPr>
        <p:spPr>
          <a:xfrm>
            <a:off x="5053013" y="1471613"/>
            <a:ext cx="179070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&amp; SALES PLAN</a:t>
            </a:r>
            <a:endParaRPr lang="en-US" sz="810" dirty="0"/>
          </a:p>
        </p:txBody>
      </p:sp>
      <p:sp>
        <p:nvSpPr>
          <p:cNvPr id="17" name="Object16"/>
          <p:cNvSpPr/>
          <p:nvPr/>
        </p:nvSpPr>
        <p:spPr>
          <a:xfrm rot="-5400000">
            <a:off x="1914525" y="1328738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8" name="Object17"/>
          <p:cNvSpPr/>
          <p:nvPr/>
        </p:nvSpPr>
        <p:spPr>
          <a:xfrm rot="-5400000">
            <a:off x="4972050" y="1333500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9" name="Object18"/>
          <p:cNvSpPr/>
          <p:nvPr/>
        </p:nvSpPr>
        <p:spPr>
          <a:xfrm>
            <a:off x="1047750" y="1938337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68" dirty="0"/>
          </a:p>
        </p:txBody>
      </p:sp>
      <p:sp>
        <p:nvSpPr>
          <p:cNvPr id="20" name="Object19"/>
          <p:cNvSpPr/>
          <p:nvPr/>
        </p:nvSpPr>
        <p:spPr>
          <a:xfrm>
            <a:off x="4043363" y="1943100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268" dirty="0"/>
          </a:p>
        </p:txBody>
      </p:sp>
      <p:sp>
        <p:nvSpPr>
          <p:cNvPr id="21" name="Object20"/>
          <p:cNvSpPr/>
          <p:nvPr/>
        </p:nvSpPr>
        <p:spPr>
          <a:xfrm>
            <a:off x="1995487" y="2081212"/>
            <a:ext cx="1800225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&amp; SERVICE PLAN</a:t>
            </a:r>
            <a:endParaRPr lang="en-US" sz="810" dirty="0"/>
          </a:p>
        </p:txBody>
      </p:sp>
      <p:sp>
        <p:nvSpPr>
          <p:cNvPr id="22" name="Object21"/>
          <p:cNvSpPr/>
          <p:nvPr/>
        </p:nvSpPr>
        <p:spPr>
          <a:xfrm>
            <a:off x="5053013" y="2081212"/>
            <a:ext cx="116205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MID-TERM PLAN</a:t>
            </a:r>
            <a:endParaRPr lang="en-US" sz="810" dirty="0"/>
          </a:p>
        </p:txBody>
      </p:sp>
      <p:sp>
        <p:nvSpPr>
          <p:cNvPr id="23" name="Object22"/>
          <p:cNvSpPr/>
          <p:nvPr/>
        </p:nvSpPr>
        <p:spPr>
          <a:xfrm rot="-5400000">
            <a:off x="1914525" y="1938337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24" name="Object23"/>
          <p:cNvSpPr/>
          <p:nvPr/>
        </p:nvSpPr>
        <p:spPr>
          <a:xfrm rot="-5400000">
            <a:off x="4972050" y="1943100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25" name="Object24"/>
          <p:cNvSpPr/>
          <p:nvPr/>
        </p:nvSpPr>
        <p:spPr>
          <a:xfrm>
            <a:off x="1047750" y="2557463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68" dirty="0"/>
          </a:p>
        </p:txBody>
      </p:sp>
      <p:sp>
        <p:nvSpPr>
          <p:cNvPr id="26" name="Object25"/>
          <p:cNvSpPr/>
          <p:nvPr/>
        </p:nvSpPr>
        <p:spPr>
          <a:xfrm>
            <a:off x="4043363" y="2562225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268" dirty="0"/>
          </a:p>
        </p:txBody>
      </p:sp>
      <p:sp>
        <p:nvSpPr>
          <p:cNvPr id="27" name="Object26"/>
          <p:cNvSpPr/>
          <p:nvPr/>
        </p:nvSpPr>
        <p:spPr>
          <a:xfrm>
            <a:off x="1995487" y="2700338"/>
            <a:ext cx="1062038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 PLAN</a:t>
            </a:r>
            <a:endParaRPr lang="en-US" sz="810" dirty="0"/>
          </a:p>
        </p:txBody>
      </p:sp>
      <p:sp>
        <p:nvSpPr>
          <p:cNvPr id="28" name="Object27"/>
          <p:cNvSpPr/>
          <p:nvPr/>
        </p:nvSpPr>
        <p:spPr>
          <a:xfrm>
            <a:off x="5053013" y="2700338"/>
            <a:ext cx="1190625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PLAN</a:t>
            </a:r>
            <a:endParaRPr lang="en-US" sz="810" dirty="0"/>
          </a:p>
        </p:txBody>
      </p:sp>
      <p:sp>
        <p:nvSpPr>
          <p:cNvPr id="29" name="Object28"/>
          <p:cNvSpPr/>
          <p:nvPr/>
        </p:nvSpPr>
        <p:spPr>
          <a:xfrm rot="-5400000">
            <a:off x="1914525" y="2557462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30" name="Object29"/>
          <p:cNvSpPr/>
          <p:nvPr/>
        </p:nvSpPr>
        <p:spPr>
          <a:xfrm rot="-5400000">
            <a:off x="4972050" y="2562225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31" name="Object30"/>
          <p:cNvSpPr/>
          <p:nvPr/>
        </p:nvSpPr>
        <p:spPr>
          <a:xfrm>
            <a:off x="1995487" y="104775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2-6</a:t>
            </a:r>
            <a:endParaRPr lang="en-US" sz="648" dirty="0"/>
          </a:p>
        </p:txBody>
      </p:sp>
      <p:sp>
        <p:nvSpPr>
          <p:cNvPr id="32" name="Object31"/>
          <p:cNvSpPr/>
          <p:nvPr/>
        </p:nvSpPr>
        <p:spPr>
          <a:xfrm>
            <a:off x="1995487" y="16668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7-13</a:t>
            </a:r>
            <a:endParaRPr lang="en-US" sz="648" dirty="0"/>
          </a:p>
        </p:txBody>
      </p:sp>
      <p:sp>
        <p:nvSpPr>
          <p:cNvPr id="33" name="Object32"/>
          <p:cNvSpPr/>
          <p:nvPr/>
        </p:nvSpPr>
        <p:spPr>
          <a:xfrm>
            <a:off x="1995487" y="22764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14-20</a:t>
            </a:r>
            <a:endParaRPr lang="en-US" sz="648" dirty="0"/>
          </a:p>
        </p:txBody>
      </p:sp>
      <p:sp>
        <p:nvSpPr>
          <p:cNvPr id="34" name="Object33"/>
          <p:cNvSpPr/>
          <p:nvPr/>
        </p:nvSpPr>
        <p:spPr>
          <a:xfrm>
            <a:off x="1995487" y="289560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21-23</a:t>
            </a:r>
            <a:endParaRPr lang="en-US" sz="648" dirty="0"/>
          </a:p>
        </p:txBody>
      </p:sp>
      <p:sp>
        <p:nvSpPr>
          <p:cNvPr id="35" name="Object34"/>
          <p:cNvSpPr/>
          <p:nvPr/>
        </p:nvSpPr>
        <p:spPr>
          <a:xfrm>
            <a:off x="5057775" y="104775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24-29</a:t>
            </a:r>
            <a:endParaRPr lang="en-US" sz="648" dirty="0"/>
          </a:p>
        </p:txBody>
      </p:sp>
      <p:sp>
        <p:nvSpPr>
          <p:cNvPr id="36" name="Object35"/>
          <p:cNvSpPr/>
          <p:nvPr/>
        </p:nvSpPr>
        <p:spPr>
          <a:xfrm>
            <a:off x="5057775" y="16668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30-31</a:t>
            </a:r>
            <a:endParaRPr lang="en-US" sz="648" dirty="0"/>
          </a:p>
        </p:txBody>
      </p:sp>
      <p:sp>
        <p:nvSpPr>
          <p:cNvPr id="37" name="Object36"/>
          <p:cNvSpPr/>
          <p:nvPr/>
        </p:nvSpPr>
        <p:spPr>
          <a:xfrm>
            <a:off x="5057775" y="22764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32</a:t>
            </a:r>
            <a:endParaRPr lang="en-US" sz="648" dirty="0"/>
          </a:p>
        </p:txBody>
      </p:sp>
      <p:sp>
        <p:nvSpPr>
          <p:cNvPr id="38" name="Object37"/>
          <p:cNvSpPr/>
          <p:nvPr/>
        </p:nvSpPr>
        <p:spPr>
          <a:xfrm>
            <a:off x="5057775" y="289560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33-34</a:t>
            </a:r>
            <a:endParaRPr lang="en-US" sz="64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Figma to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Figma to PPT</dc:creator>
  <cp:lastModifiedBy>Figma to PPT</cp:lastModifiedBy>
  <cp:revision>1</cp:revision>
  <dcterms:created xsi:type="dcterms:W3CDTF">2026-04-03T05:51:12Z</dcterms:created>
  <dcterms:modified xsi:type="dcterms:W3CDTF">2026-04-03T05:51:12Z</dcterms:modified>
</cp:coreProperties>
</file>